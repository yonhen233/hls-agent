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深度学习算子转 HLS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D6E7F2"/>
                </a:solidFill>
                <a:latin typeface="Microsoft YaHei"/>
              </a:defRPr>
            </a:pPr>
            <a:r>
              <a:t>面向 FPGA HLS 工作流的 Tool-using Agent 原型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用 MNIST 真实识别 Demo 证明：模型 → HLS → Vivado csim/csynth → 识别验证，已经形成可追踪闭环。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0332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703320"/>
            <a:ext cx="73152" cy="1188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822191"/>
            <a:ext cx="3090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真实结果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178808"/>
            <a:ext cx="3090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HLS csim accuracy 95%</a:t>
            </a:r>
            <a:br/>
            <a:r>
              <a:t>argmax match 100%</a:t>
            </a:r>
            <a:br/>
            <a:r>
              <a:t>timing met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0332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703320"/>
            <a:ext cx="73152" cy="1188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3822191"/>
            <a:ext cx="3090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工程框架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4178808"/>
            <a:ext cx="3090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Todo + Specialist</a:t>
            </a:r>
            <a:br/>
            <a:r>
              <a:t>ToolRegistry + Trace</a:t>
            </a:r>
            <a:br/>
            <a:r>
              <a:t>Memory/RAG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70332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3703320"/>
            <a:ext cx="73152" cy="1188720"/>
          </a:xfrm>
          <a:prstGeom prst="rect">
            <a:avLst/>
          </a:prstGeom>
          <a:solidFill>
            <a:srgbClr val="EF8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3822191"/>
            <a:ext cx="3090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下一阶段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4178808"/>
            <a:ext cx="3090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CNN adapter</a:t>
            </a:r>
            <a:br/>
            <a:r>
              <a:t>precision advisor</a:t>
            </a:r>
            <a:br/>
            <a:r>
              <a:t>上板前 IP 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D6E7F2"/>
                </a:solidFill>
                <a:latin typeface="Microsoft YaHei"/>
              </a:defRPr>
            </a:pPr>
            <a:r>
              <a:t>汇报目标：争取导师支持继续推进“模型到 HLS”的工程化 Agent 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为什么这个项目值得做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痛点：深度学习模型到 FPGA HLS 的链路长、工具碎、失败难定位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28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31821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工具链门槛高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92808"/>
            <a:ext cx="31821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hls4ml / ONNX / Vivado HLS / report parser 分散，学生很难一次跑通。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143000"/>
          </a:xfrm>
          <a:prstGeom prst="rect">
            <a:avLst/>
          </a:prstGeom>
          <a:solidFill>
            <a:srgbClr val="C94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36192"/>
            <a:ext cx="31821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失败路径复杂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92808"/>
            <a:ext cx="31821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算子不支持、版本兼容、csim 数值误差、timing 失败都需要结构化处理。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143000"/>
          </a:xfrm>
          <a:prstGeom prst="rect">
            <a:avLst/>
          </a:prstGeom>
          <a:solidFill>
            <a:srgbClr val="EF8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536192"/>
            <a:ext cx="31821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经验难复用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892808"/>
            <a:ext cx="31821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precision、reuse_factor、clock、错误修复经验往往散落在日志里。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2843"/>
                </a:solidFill>
                <a:latin typeface="Microsoft YaHei"/>
              </a:defRPr>
            </a:pPr>
            <a:r>
              <a:t>项目目标：把“模型到 HLS”的流程变成一个可追踪、可验证、可记忆、可扩展的 Agent 系统。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77639"/>
            <a:ext cx="1508760" cy="594360"/>
          </a:xfrm>
          <a:prstGeom prst="roundRect">
            <a:avLst/>
          </a:prstGeom>
          <a:solidFill>
            <a:srgbClr val="28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用户任务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4279392"/>
            <a:ext cx="411480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926080" y="3977639"/>
            <a:ext cx="1691640" cy="594360"/>
          </a:xfrm>
          <a:prstGeom prst="round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Agent 编排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63440" y="4279392"/>
            <a:ext cx="411480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20640" y="3977639"/>
            <a:ext cx="1828800" cy="594360"/>
          </a:xfrm>
          <a:prstGeom prst="roundRect">
            <a:avLst/>
          </a:prstGeom>
          <a:solidFill>
            <a:srgbClr val="EF8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EDA 工具链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95160" y="4279392"/>
            <a:ext cx="411480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52360" y="3977639"/>
            <a:ext cx="1691640" cy="5943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报告解析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89720" y="4279392"/>
            <a:ext cx="411480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46920" y="3977639"/>
            <a:ext cx="1691640" cy="594360"/>
          </a:xfrm>
          <a:prstGeom prst="roundRect">
            <a:avLst/>
          </a:prstGeom>
          <a:solidFill>
            <a:srgbClr val="28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经验沉淀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9793"/>
                </a:solidFill>
                <a:latin typeface="Microsoft YaHei"/>
              </a:defRPr>
            </a:pPr>
            <a:r>
              <a:t>价值：既服务 FPGA/HLS 研究，也能体现现代 Agent 工程能力。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项目基本原理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Main Agent 负责编排，Specialist 处理局部领域任务，工具负责事实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73152" cy="1920240"/>
          </a:xfrm>
          <a:prstGeom prst="rect">
            <a:avLst/>
          </a:prstGeom>
          <a:solidFill>
            <a:srgbClr val="14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27631"/>
            <a:ext cx="1764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Main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84248"/>
            <a:ext cx="176479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任务理解</a:t>
            </a:r>
            <a:br/>
            <a:r>
              <a:t>路径选择</a:t>
            </a:r>
            <a:br/>
            <a:r>
              <a:t>状态合并</a:t>
            </a:r>
            <a:br/>
            <a:r>
              <a:t>最终报告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2" y="15087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44952" y="1508760"/>
            <a:ext cx="73152" cy="1920240"/>
          </a:xfrm>
          <a:prstGeom prst="rect">
            <a:avLst/>
          </a:prstGeom>
          <a:solidFill>
            <a:srgbClr val="28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1627631"/>
            <a:ext cx="1764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Todo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544" y="1984248"/>
            <a:ext cx="176479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Plan → Todo</a:t>
            </a:r>
            <a:br/>
            <a:r>
              <a:t>Execute → Reflect</a:t>
            </a:r>
            <a:br/>
            <a:r>
              <a:t>Finalize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2664" y="15087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12664" y="1508760"/>
            <a:ext cx="73152" cy="192024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7256" y="1627631"/>
            <a:ext cx="1764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Specialists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7256" y="1984248"/>
            <a:ext cx="176479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HLS4ML</a:t>
            </a:r>
            <a:br/>
            <a:r>
              <a:t>Vivado</a:t>
            </a:r>
            <a:br/>
            <a:r>
              <a:t>Verification</a:t>
            </a:r>
            <a:br/>
            <a:r>
              <a:t>Optimization</a:t>
            </a:r>
            <a:br/>
            <a:r>
              <a:t>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0376" y="15087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0376" y="1508760"/>
            <a:ext cx="73152" cy="1920240"/>
          </a:xfrm>
          <a:prstGeom prst="rect">
            <a:avLst/>
          </a:prstGeom>
          <a:solidFill>
            <a:srgbClr val="EF8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1627631"/>
            <a:ext cx="1764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1984248"/>
            <a:ext cx="176479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hls4ml</a:t>
            </a:r>
            <a:br/>
            <a:r>
              <a:t>Vivado HLS</a:t>
            </a:r>
            <a:br/>
            <a:r>
              <a:t>Report parser</a:t>
            </a:r>
            <a:br/>
            <a:r>
              <a:t>DB/RAG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48088" y="15087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48088" y="1508760"/>
            <a:ext cx="73152" cy="1920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627631"/>
            <a:ext cx="1764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Artifacts/Memory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984248"/>
            <a:ext cx="176479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HLS 工程</a:t>
            </a:r>
            <a:br/>
            <a:r>
              <a:t>logs/reports</a:t>
            </a:r>
            <a:br/>
            <a:r>
              <a:t>SQLite</a:t>
            </a:r>
            <a:br/>
            <a:r>
              <a:t>RAG chunks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843"/>
                </a:solidFill>
                <a:latin typeface="Microsoft YaHei"/>
              </a:defRPr>
            </a:pPr>
            <a:r>
              <a:t>核心思想：LLM handles ambiguity，Tools handle facts，Workflow handles guarantees，Verification decides trust。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914400" y="4754880"/>
          <a:ext cx="102412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3086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层次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负责什么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为什么这样设计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确定性 Workflow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必经阶段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保证可复现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Agent 决策点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路径选择/失败恢复/经验复用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根据 observation 更新状态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LLM 能力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候选代码/repair/解释优化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只在开放问题启用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当前工作流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以 MNIST 真实识别 Demo 为例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417320" cy="731520"/>
          </a:xfrm>
          <a:prstGeom prst="roundRect">
            <a:avLst/>
          </a:prstGeom>
          <a:solidFill>
            <a:srgbClr val="28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训练 MLP</a:t>
            </a:r>
            <a:br/>
            <a:r>
              <a:t>PyTorch</a:t>
            </a:r>
            <a:br/>
            <a:r>
              <a:t>91.76% eval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47672" y="2194560"/>
            <a:ext cx="338328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67128" y="1828800"/>
            <a:ext cx="1417320" cy="731520"/>
          </a:xfrm>
          <a:prstGeom prst="round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导出 ONNX</a:t>
            </a:r>
            <a:br/>
            <a:r>
              <a:t>Gemm + Relu</a:t>
            </a:r>
            <a:br/>
            <a:r>
              <a:t>静态 shape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11880" y="2194560"/>
            <a:ext cx="338328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31336" y="1828800"/>
            <a:ext cx="1417320" cy="731520"/>
          </a:xfrm>
          <a:prstGeom prst="round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hls4ml adapter</a:t>
            </a:r>
            <a:br/>
            <a:r>
              <a:t>Gemm → Dense</a:t>
            </a:r>
            <a:br/>
            <a:r>
              <a:t>Relu → Activation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76088" y="2194560"/>
            <a:ext cx="338328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95544" y="1828800"/>
            <a:ext cx="1417320" cy="731520"/>
          </a:xfrm>
          <a:prstGeom prst="round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生成 HLS 工程</a:t>
            </a:r>
            <a:br/>
            <a:r>
              <a:t>hls4ml</a:t>
            </a:r>
            <a:br/>
            <a:r>
              <a:t>Vivado backend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0296" y="2194560"/>
            <a:ext cx="338328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59752" y="1828800"/>
            <a:ext cx="1417320" cy="731520"/>
          </a:xfrm>
          <a:prstGeom prst="roundRect">
            <a:avLst/>
          </a:prstGeom>
          <a:solidFill>
            <a:srgbClr val="EF8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Vivado HLS</a:t>
            </a:r>
            <a:br/>
            <a:r>
              <a:t>csim + csynth</a:t>
            </a:r>
            <a:br/>
            <a:r>
              <a:t>2018.3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04504" y="2194560"/>
            <a:ext cx="338328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23960" y="1828800"/>
            <a:ext cx="1417320" cy="731520"/>
          </a:xfrm>
          <a:prstGeom prst="round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验证/报告</a:t>
            </a:r>
            <a:br/>
            <a:r>
              <a:t>accuracy</a:t>
            </a:r>
            <a:br/>
            <a:r>
              <a:t>latency/resource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68712" y="2194560"/>
            <a:ext cx="338328" cy="0"/>
          </a:xfrm>
          <a:prstGeom prst="line">
            <a:avLst/>
          </a:prstGeom>
          <a:ln w="20320">
            <a:solidFill>
              <a:srgbClr val="60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488168" y="1828800"/>
            <a:ext cx="1417320" cy="7315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Memory</a:t>
            </a:r>
            <a:br/>
            <a:r>
              <a:t>verified impl</a:t>
            </a:r>
            <a:br/>
            <a:r>
              <a:t>parameter exp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14400" y="3657600"/>
          <a:ext cx="102412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</a:tblGrid>
              <a:tr h="3886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证据文件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模型阶段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MNIST 数据集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ONNX + reference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models/mnist_recognition/*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阶段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ONNX / task JSON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project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runs/.../hls_project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验证阶段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csim/csynth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accuracy + report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summary.md / report.json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3A047"/>
                </a:solidFill>
                <a:latin typeface="Microsoft YaHei"/>
              </a:defRPr>
            </a:pPr>
            <a:r>
              <a:t>本次不是 mock：hls4ml 与 Vivado HLS 2018.3 均走真实工具链。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MNIST Demo：模型与验证集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从随机结构 demo 升级为真实识别任务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模型结构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MLP(784,64,32,10)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训练 epoch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5000 样本评估准确率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91.76%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reference 样本数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20840" y="141732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mnist_mlp_trained.onnx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转换输入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mnist_test_inputs_20.dat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csim 输入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mnist_test_labels_20.json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分类 label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training_metrics.json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训练证据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3886200"/>
            <a:ext cx="4983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886200"/>
            <a:ext cx="73152" cy="1234440"/>
          </a:xfrm>
          <a:prstGeom prst="rect">
            <a:avLst/>
          </a:prstGeom>
          <a:solidFill>
            <a:srgbClr val="EF8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4005072"/>
            <a:ext cx="4690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为什么不直接用网上预训练 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361688"/>
            <a:ext cx="46908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外部 mnist-8.onnx 已下载，但包含 Conv/MaxPool/Reshape 等更多前端兼容风险；第一版主 demo 选择 HLS-friendly MLP，保证真实识别闭环稳定。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886200"/>
            <a:ext cx="4983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886200"/>
            <a:ext cx="73152" cy="12344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005072"/>
            <a:ext cx="4690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为什么仍然真实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361688"/>
            <a:ext cx="46908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权重来自 MNIST 训练，不是随机初始化；输入来自真实 MNIST 测试集；HLS 输出与 ONNX reference 和 label 对比。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MNIST Demo：真实验证结果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HLS 代码确实完成了数字识别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25880"/>
          <a:ext cx="52120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3505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识别指标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样本数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ONNX reference accuracy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95%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csim accuracy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95%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Argmax match rate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correct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19 / 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25880"/>
          <a:ext cx="4754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350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数值指标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max abs error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8.173832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numeric tolerance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0.25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numeric_passed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recognition_passed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verification status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csim_passed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069080"/>
            <a:ext cx="10424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069080"/>
            <a:ext cx="73152" cy="114300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4187952"/>
            <a:ext cx="101315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关键解释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544568"/>
            <a:ext cx="10131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fixed-point HLS logits 与 float ONNX logits 数值漂移较大，但 10 类最大值位置保持一致，因此分类语义通过。报告同时保留 numeric drift 和 recognition pass，不掩盖误差。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MNIST Demo：Vivado HLS 综合结果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功能通过之外，也拿到了可解析的 HLS report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25880"/>
          <a:ext cx="104241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  <a:gridCol w="2606040"/>
                <a:gridCol w="2606040"/>
              </a:tblGrid>
              <a:tr h="30697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Latency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min / max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1234 / 1237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cycles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Interval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min / max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1234 / 1237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当前 Resource 策略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Resources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DSP / BRAM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133 / 48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乘法器/存储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Resources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LUT / FF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31792 / 21275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逻辑资源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Timing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target / estimated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10.0ns / 8.237ns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满足约束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Status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timing met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可作为 HLS candidate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41605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4160520"/>
            <a:ext cx="73152" cy="10515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4279392"/>
            <a:ext cx="2907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结论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4636008"/>
            <a:ext cx="2907792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真实 Vivado HLS 2018.3 完成 csim/csynth。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1605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4160520"/>
            <a:ext cx="73152" cy="105156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4279392"/>
            <a:ext cx="2907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结论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4636008"/>
            <a:ext cx="2907792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report parser 成功提取 latency/resource/timing。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1605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4160520"/>
            <a:ext cx="73152" cy="1051560"/>
          </a:xfrm>
          <a:prstGeom prst="rect">
            <a:avLst/>
          </a:prstGeom>
          <a:solidFill>
            <a:srgbClr val="EF8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4279392"/>
            <a:ext cx="2907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结论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4636008"/>
            <a:ext cx="2907792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当前达到 deployment_ready_candidate。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已完成能力矩阵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从 Demo 到 Agent 工程能力的映射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证据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价值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真实 hls4ml path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已跑通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MNIST MLP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模型到 HLS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Vivado HLS 2018.3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已跑通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csim/csynth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真实 EDA toolchain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Functional verification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已跑通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accuracy/argmax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证明功能正确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Report parser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已跑通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latency/resource/timing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可量化优化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Specialist isolation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已接入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HLS4ML/Vivado/Memory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上下文隔离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Memory/RAG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已接入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verified memory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参数经验复用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LLM candidate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已验证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Dense/MatMul/ReLU/Add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开放算子生成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Boundary unsupported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已支持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ResNet boundary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不盲目承诺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3A047"/>
                </a:solidFill>
                <a:latin typeface="Microsoft YaHei"/>
              </a:defRPr>
            </a:pPr>
            <a:r>
              <a:t>当前已经不是概念阶段：有真实模型、真实工具链、真实 report、真实 verification。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LLM Candidate 路径验证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LLM 不是主路径必需品，而是 unsupported/candidate/repair 的增强能力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10185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074"/>
                <a:gridCol w="1574074"/>
                <a:gridCol w="1574074"/>
                <a:gridCol w="1574074"/>
                <a:gridCol w="1574074"/>
                <a:gridCol w="1574074"/>
                <a:gridCol w="1574076"/>
              </a:tblGrid>
              <a:tr h="4724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Demo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Path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Verification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Latency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DSP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FF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LUT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Dense LLM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llm_candidate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golden csim passed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37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1171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2873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MatMul LLM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llm_candidate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golden csim passed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3073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213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520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ReLU LLM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llm_candidate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golden csim passed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74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300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Add LLM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llm_candidate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golden csim passed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230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205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ScaleShift LLM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llm_candidate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golden csim passed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38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111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43484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434840"/>
            <a:ext cx="73152" cy="1051560"/>
          </a:xfrm>
          <a:prstGeom prst="rect">
            <a:avLst/>
          </a:prstGeom>
          <a:solidFill>
            <a:srgbClr val="28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553712"/>
            <a:ext cx="4690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设计原则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910327"/>
            <a:ext cx="4690872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确定性路径不强依赖 LLM；LLM 用于不确定路径、候选 HLS 生成、repair 和优化解释。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43484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4434840"/>
            <a:ext cx="73152" cy="1051560"/>
          </a:xfrm>
          <a:prstGeom prst="rect">
            <a:avLst/>
          </a:prstGeom>
          <a:solidFill>
            <a:srgbClr val="C94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553712"/>
            <a:ext cx="4690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验证原则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4910327"/>
            <a:ext cx="4690872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LLM 生成代码不能直接信任，必须通过 sandbox、testbench、csim、csynth、report parser。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哪些是写死 workflow，哪些体现 Agent 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导师常问：这是不是普通 if-else 脚本？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80160"/>
          <a:ext cx="5166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写死的工程骨架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为什么固定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validate task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输入安全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inspect/check support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必经阶段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convert/synth/parse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EDA 流程确定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summary/memory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可追踪沉淀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tool permission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安全边界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280160"/>
          <a:ext cx="5166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Agent 决策点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依据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选择 hls4ml/fallback/LLM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support result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Gemm unsupported 后启用 adapter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ONNX graph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numeric fail 但 recognition pass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verification metrics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参数推荐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verified memory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memory promotion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csim/csynth/timing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617720"/>
            <a:ext cx="10424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617720"/>
            <a:ext cx="73152" cy="91440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4736592"/>
            <a:ext cx="101315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推荐表述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5093208"/>
            <a:ext cx="10131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写死的是安全边界和工程流程；Agent 化的是状态驱动的路径选择、工具编排、失败恢复、经验复用和验证闭环。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项目当前进度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有数据支撑的阶段性成果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20065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方向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 Demo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关键数据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成熟度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Operator fallback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已跑通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Dense/MatMul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真实 Vivado report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稳定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LLM candidate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已跑通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5 个算子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均 golden csim passed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可展示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Model hls4ml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已跑通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MNIST MLP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acc 95%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核心亮点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Functional verification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已增强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classification-aware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argmax 100%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可复用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Memory/RAG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已接入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ParameterAdvisor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verified_history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可扩展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CNN/QONNX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部分可用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Tiny/QONNX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前端仍需增强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下一阶段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Board deployment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未开始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待定板卡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不生成 bitstream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研究后续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结论：当前已经完成“工程原型 + 真实 HLS 验证”的 MVP，下一阶段适合在导师支持下走向 CNN/上板前准备。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主要技术风险与应对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不是回避问题，而是把风险工程化管理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89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当前现象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应对策略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工具链版本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Vivado 2018.3 更稳，Vitis 新版不一定更好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结果不可比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固定基线，做隔离实验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ONNX 前端边界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CNN/Shape/Reshape 更复杂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模型支持受限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逐步扩展 adapter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数值漂移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fixed-point logits drift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影响可信度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区分 numeric / recognition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资源压力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MNIST MLP LUT/BRAM 不低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板卡选择受限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precision/reuse advisor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上板未完成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当前不生成 bitstream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离部署有距离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下一阶段 IP/AXI/board flow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57784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577840"/>
            <a:ext cx="73152" cy="658368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696712"/>
            <a:ext cx="9948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策略：先把模型到 HLS 的验证链路做扎实，再逐步进入 CNN、接口综合、IP packaging 和上板。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6053327"/>
            <a:ext cx="994867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希望导师支持的方向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需要资源与方向指导，而不是只要时间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1325880"/>
          </a:xfrm>
          <a:prstGeom prst="rect">
            <a:avLst/>
          </a:prstGeom>
          <a:solidFill>
            <a:srgbClr val="28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44752"/>
            <a:ext cx="3044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研究方向确认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01368"/>
            <a:ext cx="3044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是否聚焦“模型到 HLS Agent”作为主线；是否以 MNIST/CNN/算子库作为阶段目标。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32588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444752"/>
            <a:ext cx="3044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板卡与工具链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801368"/>
            <a:ext cx="3044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确定目标 FPGA 板卡；确认 Vivado/Vitis 稳定版本；建立共享验证环境。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1325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444752"/>
            <a:ext cx="3044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评价标准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801368"/>
            <a:ext cx="3044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定义 accuracy、latency、resource、timing、workflow success rate 等指标。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375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7560"/>
            <a:ext cx="73152" cy="1325880"/>
          </a:xfrm>
          <a:prstGeom prst="rect">
            <a:avLst/>
          </a:prstGeom>
          <a:solidFill>
            <a:srgbClr val="EF8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456432"/>
            <a:ext cx="3044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模型范围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813048"/>
            <a:ext cx="3044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从 MLP -&gt; Tiny CNN -&gt; QONNX -&gt; 小型残差模块逐步推进。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3375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337560"/>
            <a:ext cx="73152" cy="1325880"/>
          </a:xfrm>
          <a:prstGeom prst="rect">
            <a:avLst/>
          </a:prstGeom>
          <a:solidFill>
            <a:srgbClr val="28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1" y="3456432"/>
            <a:ext cx="3044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论文/项目包装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3813048"/>
            <a:ext cx="3044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是否以 Agent 工程、EDA tool-use、HLS verification memory 作为创新点。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3375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3337560"/>
            <a:ext cx="73152" cy="1325880"/>
          </a:xfrm>
          <a:prstGeom prst="rect">
            <a:avLst/>
          </a:prstGeom>
          <a:solidFill>
            <a:srgbClr val="C94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3456432"/>
            <a:ext cx="3044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阶段验收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3813048"/>
            <a:ext cx="3044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每阶段保留真实 run、summary、trace、report、demo 视频。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62356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843"/>
                </a:solidFill>
                <a:latin typeface="Microsoft YaHei"/>
              </a:defRPr>
            </a:pPr>
            <a:r>
              <a:t>我希望导师支持：确定板卡/工具链方向，并认可先做“可验证模型到 HLS Agent”的工程主线。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下一步计划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从可演示 MVP 走向更强研究成果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162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可交付物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验收指标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1. 稳定 MNIST demo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扩大验证样本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100/1000 sample report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accuracy/argmax/timing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2. Precision Advisor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降低 drift/resource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per-layer precision 建议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资源下降或误差下降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3. CNN adapter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接入 mnist-8/tiny CNN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Conv/Pool/layout 支持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真实 csim/csynth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4. Benchmark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Agent 能力量化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workflow/RAG/repair 指标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成功率和耗时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5. 上板前准备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AXI/IP packaging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IP + driver plan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待板卡确认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623560"/>
            <a:ext cx="10149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623560"/>
            <a:ext cx="73152" cy="68580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742432"/>
            <a:ext cx="98572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短期目标：把 MNIST 识别 demo 从 20-sample csim 扩展成完整 benchmark；中期目标：Tiny CNN 真实跑通；长期目标：上板验证。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6099048"/>
            <a:ext cx="985723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3"/>
                </a:solidFill>
                <a:latin typeface="Microsoft YaHei"/>
              </a:defRPr>
            </a:pPr>
            <a:r>
              <a:t>结论：为什么现在值得继续投入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" cy="457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06976"/>
                </a:solidFill>
                <a:latin typeface="Microsoft YaHei"/>
              </a:defRPr>
            </a:pPr>
            <a:r>
              <a:t>已有真实结果，问题边界清楚，下一步有明确增量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1417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44752"/>
            <a:ext cx="3044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已经证明可行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01368"/>
            <a:ext cx="304495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真实 MNIST MLP 完成 hls4ml + Vivado HLS + recognition verification。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12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444752"/>
            <a:ext cx="3044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具备 Agent 特色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801368"/>
            <a:ext cx="304495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Todo/Specialist/ToolRegistry/Trace/Memory/RAG，不是单脚本。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417320"/>
          </a:xfrm>
          <a:prstGeom prst="rect">
            <a:avLst/>
          </a:prstGeom>
          <a:solidFill>
            <a:srgbClr val="EF8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44752"/>
            <a:ext cx="3044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843"/>
                </a:solidFill>
                <a:latin typeface="Microsoft YaHei"/>
              </a:defRPr>
            </a:pPr>
            <a:r>
              <a:t>有研究延展性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01368"/>
            <a:ext cx="304495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62B33"/>
                </a:solidFill>
                <a:latin typeface="Microsoft YaHei"/>
              </a:defRPr>
            </a:pPr>
            <a:r>
              <a:t>CNN frontend、precision advisor、workflow benchmark、上板前 IP 化。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51560" y="3520440"/>
          <a:ext cx="100126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3337560"/>
                <a:gridCol w="3337560"/>
              </a:tblGrid>
              <a:tr h="33147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证明点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当前证据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下一步价值</a:t>
                      </a:r>
                    </a:p>
                  </a:txBody>
                  <a:tcPr marL="36576" marR="36576">
                    <a:solidFill>
                      <a:srgbClr val="142843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功能正确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HLS acc 95%, argmax 100%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扩大验证集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综合可行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timing met, report parsed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资源优化</a:t>
                      </a:r>
                    </a:p>
                  </a:txBody>
                  <a:tcPr marL="36576" marR="36576">
                    <a:solidFill>
                      <a:srgbClr val="F8FBFD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Agent 工程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trace/state/memory/specialists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2B33"/>
                          </a:solidFill>
                          <a:latin typeface="Microsoft YaHei"/>
                        </a:defRPr>
                      </a:pPr>
                      <a:r>
                        <a:t>论文/实习项目亮点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843"/>
                </a:solidFill>
                <a:latin typeface="Microsoft YaHei"/>
              </a:defRPr>
            </a:pPr>
            <a:r>
              <a:t>请求：希望导师支持我继续沿“模型到 HLS 的可验证 Agent”方向推进，并指导板卡/工具链/评价指标选择。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DL-Operator-to-HLS Agent · MNIST 真实识别 Demo · 2026-06-17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653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06976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